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0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 i="0" u="none">
                <a:solidFill>
                  <a:srgbClr val="FFFF00"/>
                </a:solidFill>
                <a:latin typeface="Arial"/>
              </a:defRPr>
            </a:pPr>
            <a:r>
              <a:t>da lat het mua roi nhe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3200" b="0" i="0" u="none">
                <a:solidFill>
                  <a:srgbClr val="FFFF00"/>
                </a:solidFill>
                <a:latin typeface="Arial"/>
              </a:rPr>
              <a:t>ĐK.</a:t>
            </a:r>
            <a:r>
              <a:rPr sz="3200" b="0" i="0" u="none">
                <a:solidFill>
                  <a:srgbClr val="FFFFFF"/>
                </a:solidFill>
                <a:latin typeface="Times New Roman"/>
              </a:rPr>
              <a:t> Đà lạt hôm nay còn mưa không em
Anh nơi xa lòng như khung cửa sổ quên khép
1. Chiều buông rơi trên mái ngói trầm
Một tách cà phê - vẫn đợi ai âm thầm
Khói sương bay - như dáng em ngày đó
Chiếc áo len, tay lạnh nép vào anh
Phố dốc xưa, giọt mưa trôi như nhớ
Từng bước chân , giờ hóa chuyện xa xăm...hơ hờ hơ hơ Đà Lạt 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0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3200" b="0" i="0" u="none">
                <a:solidFill>
                  <a:srgbClr val="FFFFFF"/>
                </a:solidFill>
                <a:latin typeface="Times New Roman"/>
              </a:rPr>
              <a:t>
Đà Lạt còn mưa không em ?
Còn ai đứng lặng bên thềm, đợi ai...
Bên hàng thông xưa em từng ngồi
Giờ ai chạm khẽ, bàn tay phai phôi
Đà Lạt còn sương không em ?
Gió có còn gọi tên em giữa đêm
Nếu ngày ấy mình, mình đừng lặng 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0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3200" b="0" i="0" u="none">
                <a:solidFill>
                  <a:srgbClr val="FFFFFF"/>
                </a:solidFill>
                <a:latin typeface="Times New Roman"/>
              </a:rPr>
              <a:t>Có lẽ giờ này, ..vẫn còn bên nhau..hờhơhờhớ hơhờhơhơhớ-----
Có con đường anh chưa đi lại lần hai
Sợ thấy những ký ức không phai
Mùi hoa Mimosa lạc trong gió
Như câu chuyện mình - chỉ còn để đó
Đêm Đà Lạt lạnh hơn khi không có em
Tiếng xe máy khuya xa mờ trong đêm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0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3200" b="0" i="0" u="none">
                <a:solidFill>
                  <a:srgbClr val="FFFFFF"/>
                </a:solidFill>
                <a:latin typeface="Times New Roman"/>
              </a:rPr>
              <a:t>Lòng bỗng nhớ...dù không mong nữa
Chỉ là... chợt nghe tiếng
chuông ngân...buồn thêm...hơhờhơ em còn nhớ không?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